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ivier Aillery" userId="47a17e10-e073-432e-996d-75ebd20bd498" providerId="ADAL" clId="{9BC8EA7A-B910-4B92-8E4E-80B2EC870E16}"/>
    <pc:docChg chg="custSel addSld modSld">
      <pc:chgData name="Olivier Aillery" userId="47a17e10-e073-432e-996d-75ebd20bd498" providerId="ADAL" clId="{9BC8EA7A-B910-4B92-8E4E-80B2EC870E16}" dt="2026-04-21T09:44:42.734" v="5" actId="732"/>
      <pc:docMkLst>
        <pc:docMk/>
      </pc:docMkLst>
      <pc:sldChg chg="addSp delSp modSp new mod">
        <pc:chgData name="Olivier Aillery" userId="47a17e10-e073-432e-996d-75ebd20bd498" providerId="ADAL" clId="{9BC8EA7A-B910-4B92-8E4E-80B2EC870E16}" dt="2026-04-21T09:44:42.734" v="5" actId="732"/>
        <pc:sldMkLst>
          <pc:docMk/>
          <pc:sldMk cId="2779423324" sldId="256"/>
        </pc:sldMkLst>
        <pc:spChg chg="del">
          <ac:chgData name="Olivier Aillery" userId="47a17e10-e073-432e-996d-75ebd20bd498" providerId="ADAL" clId="{9BC8EA7A-B910-4B92-8E4E-80B2EC870E16}" dt="2026-04-21T09:43:42.236" v="1" actId="478"/>
          <ac:spMkLst>
            <pc:docMk/>
            <pc:sldMk cId="2779423324" sldId="256"/>
            <ac:spMk id="2" creationId="{14C78F87-2237-12B4-7841-FCFE335C6D51}"/>
          </ac:spMkLst>
        </pc:spChg>
        <pc:spChg chg="del">
          <ac:chgData name="Olivier Aillery" userId="47a17e10-e073-432e-996d-75ebd20bd498" providerId="ADAL" clId="{9BC8EA7A-B910-4B92-8E4E-80B2EC870E16}" dt="2026-04-21T09:43:43.755" v="2" actId="478"/>
          <ac:spMkLst>
            <pc:docMk/>
            <pc:sldMk cId="2779423324" sldId="256"/>
            <ac:spMk id="3" creationId="{B48F4417-2C7C-B4C5-C838-78FCC301FE34}"/>
          </ac:spMkLst>
        </pc:spChg>
        <pc:picChg chg="add mod modCrop">
          <ac:chgData name="Olivier Aillery" userId="47a17e10-e073-432e-996d-75ebd20bd498" providerId="ADAL" clId="{9BC8EA7A-B910-4B92-8E4E-80B2EC870E16}" dt="2026-04-21T09:44:42.734" v="5" actId="732"/>
          <ac:picMkLst>
            <pc:docMk/>
            <pc:sldMk cId="2779423324" sldId="256"/>
            <ac:picMk id="5" creationId="{221FC35B-A61F-5CA5-7A7B-D94A04D8242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614DB3-8797-0035-2F8F-C5AC9B9D8F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E149840-09E0-504D-0F15-488BB12A15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9E7D93A-7DEE-2295-74B2-1AACEBEB3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63B94-301D-4EBE-8DDE-D19B64923BA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8EF00D-AE6D-4B46-AAD5-F35B664D7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5C236E6-7300-D427-CE29-17A5C388E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8693C-F48C-464A-A0DA-415EB5CD2B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3836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B019C6-5A43-8C52-0C91-A9C6678F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DE19AF-C7CD-C419-180C-BD24F3341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17B3A39-1E77-DE22-97E5-9AF50E5F5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63B94-301D-4EBE-8DDE-D19B64923BA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8F84187-6466-4815-70F2-7E46DADAB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D8A4D8D-A2DB-F1D4-8966-054C26DF5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8693C-F48C-464A-A0DA-415EB5CD2B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0670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5842D1-A9CC-6E23-27C4-0C70CB5D8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A90F396-1AC1-D3E2-552D-D71FF55D3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66E2EC6-61DC-CDA5-A373-490D8B691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63B94-301D-4EBE-8DDE-D19B64923BA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6BBB99D-093C-C683-69EC-B2AD2F004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D07D15-5101-4B4A-7351-4A0A631F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8693C-F48C-464A-A0DA-415EB5CD2B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40489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123F1D-0BB7-4019-50AC-B2F40958D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70B8EE-310B-AB91-99C3-54510301F2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3D6C5C5-6009-BB23-8C51-90B48E9F11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9AFB121-FCA3-B74C-3690-76897C885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63B94-301D-4EBE-8DDE-D19B64923BA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C8615E8-0F0E-4DF5-B81D-3A0564928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BAFA899-AEE1-040F-86DB-79BBFD2E3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8693C-F48C-464A-A0DA-415EB5CD2B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5921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792BA4-6C88-7DC3-9D27-9A02D85AF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716EC38-3322-352C-EE08-80701810E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A110C8A-35E9-C10A-9538-FCCD6752A8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D77FB3-D258-8336-9EFF-8AF1A786F0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D3AADBD-EF62-6DBC-48EC-F6CD61771B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93704AA-9E39-A4A1-7B82-94AC6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63B94-301D-4EBE-8DDE-D19B64923BA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4FE8AE7-314C-67DD-814F-C04B5F31D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BA868EB-708F-D23E-AAA0-63AB757CD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8693C-F48C-464A-A0DA-415EB5CD2B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2993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8A6BE9-EECC-DBBC-C34D-9055AFE49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8B5C038-9107-B8C9-579D-405834C5B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63B94-301D-4EBE-8DDE-D19B64923BA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8801EF-CCF2-3777-1F4E-F00B2B9B9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8949A53-7E89-E7B9-E7C8-CD82FA000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8693C-F48C-464A-A0DA-415EB5CD2B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7451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8E5E6B7-8318-C9DE-9ECE-A98D3C996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63B94-301D-4EBE-8DDE-D19B64923BA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03627D4-AF5B-5448-14C4-95EDFB581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9097864-438F-CE0C-E08A-2842FDFE3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8693C-F48C-464A-A0DA-415EB5CD2B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50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3B5B16-D483-9200-F57D-2F2300DA5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4BFA91-8CB5-171A-881D-55E15D50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2236C51-0C6E-28CB-365A-A8E5300FA1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F1F4696-4BD7-C673-D6CD-E2D1E7B8E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63B94-301D-4EBE-8DDE-D19B64923BA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1BCA88D-46A9-E44F-FA51-0867148AE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32EDF6B-0212-F9FA-4C2B-3F664ABE6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8693C-F48C-464A-A0DA-415EB5CD2B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6068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F2D380-2ECD-A455-728F-F051ECA03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8CB2F0F-68AA-F0B8-3467-C473F7A966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1104DCF-BE7E-8B32-0FBF-E22EF87C92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A3A0F57-11C3-E248-E60B-947E35C46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63B94-301D-4EBE-8DDE-D19B64923BA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8B67533-6025-BD93-998C-8F7A891D2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D996EE5-F297-977F-7213-BD040E56A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8693C-F48C-464A-A0DA-415EB5CD2B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355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906232-7030-E171-F3F3-9C741C1D3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DA05D3C-3816-B72C-45D9-E27D24E740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29677A1-D98B-F1FB-A803-5D066EDC9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63B94-301D-4EBE-8DDE-D19B64923BA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ECCA7B9-CC79-D861-D538-D10A7DDD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F3C396-12F6-9DDD-EE9B-ACB91BDBD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8693C-F48C-464A-A0DA-415EB5CD2B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203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6BC1FEC-CDC4-C5FB-9CE3-220874EFCD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A0895C-B413-6A04-949E-596F606F0C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DEA1E4B-181A-5CA8-75EF-C91DDC438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63B94-301D-4EBE-8DDE-D19B64923BA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4FE2B-5817-4A48-A62F-0D174DF80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5521057-11F4-0E72-5CBC-76C91FAB1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8693C-F48C-464A-A0DA-415EB5CD2B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914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3378307-C286-5447-C9B9-21C1AE8F2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E9755C8-ACBB-2A46-A44F-07A157EFAA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A6AC637-FE7B-F11A-88C1-E55D8200AD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F63B94-301D-4EBE-8DDE-D19B64923BA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018024-E7B1-91CD-7F03-4B2278071E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28BC0B-EEF3-0F53-3FAE-34D4B6E69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18693C-F48C-464A-A0DA-415EB5CD2B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50009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21FC35B-A61F-5CA5-7A7B-D94A04D824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251"/>
          <a:stretch>
            <a:fillRect/>
          </a:stretch>
        </p:blipFill>
        <p:spPr>
          <a:xfrm>
            <a:off x="256360" y="434117"/>
            <a:ext cx="5839640" cy="446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4233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Grand écran</PresentationFormat>
  <Paragraphs>0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Olivier Aillery</dc:creator>
  <cp:lastModifiedBy>Olivier Aillery</cp:lastModifiedBy>
  <cp:revision>1</cp:revision>
  <dcterms:created xsi:type="dcterms:W3CDTF">2026-04-21T09:43:29Z</dcterms:created>
  <dcterms:modified xsi:type="dcterms:W3CDTF">2026-04-21T09:44:53Z</dcterms:modified>
</cp:coreProperties>
</file>