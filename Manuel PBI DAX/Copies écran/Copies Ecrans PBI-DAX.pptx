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6AEA60-946D-4A41-8817-464C6DB9E432}" v="9" dt="2026-04-23T14:26:10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Aillery" userId="47a17e10-e073-432e-996d-75ebd20bd498" providerId="ADAL" clId="{9BC8EA7A-B910-4B92-8E4E-80B2EC870E16}"/>
    <pc:docChg chg="custSel addSld modSld">
      <pc:chgData name="Olivier Aillery" userId="47a17e10-e073-432e-996d-75ebd20bd498" providerId="ADAL" clId="{9BC8EA7A-B910-4B92-8E4E-80B2EC870E16}" dt="2026-04-23T14:36:55.175" v="52" actId="1076"/>
      <pc:docMkLst>
        <pc:docMk/>
      </pc:docMkLst>
      <pc:sldChg chg="addSp delSp modSp new mod">
        <pc:chgData name="Olivier Aillery" userId="47a17e10-e073-432e-996d-75ebd20bd498" providerId="ADAL" clId="{9BC8EA7A-B910-4B92-8E4E-80B2EC870E16}" dt="2026-04-23T06:33:22.405" v="29" actId="1038"/>
        <pc:sldMkLst>
          <pc:docMk/>
          <pc:sldMk cId="2779423324" sldId="256"/>
        </pc:sldMkLst>
        <pc:spChg chg="add mod">
          <ac:chgData name="Olivier Aillery" userId="47a17e10-e073-432e-996d-75ebd20bd498" providerId="ADAL" clId="{9BC8EA7A-B910-4B92-8E4E-80B2EC870E16}" dt="2026-04-23T06:32:29" v="16" actId="1582"/>
          <ac:spMkLst>
            <pc:docMk/>
            <pc:sldMk cId="2779423324" sldId="256"/>
            <ac:spMk id="9" creationId="{CA432DF5-1BA3-A444-35EE-5652838C3F41}"/>
          </ac:spMkLst>
        </pc:spChg>
        <pc:spChg chg="add mod">
          <ac:chgData name="Olivier Aillery" userId="47a17e10-e073-432e-996d-75ebd20bd498" providerId="ADAL" clId="{9BC8EA7A-B910-4B92-8E4E-80B2EC870E16}" dt="2026-04-23T06:32:35.540" v="18" actId="1076"/>
          <ac:spMkLst>
            <pc:docMk/>
            <pc:sldMk cId="2779423324" sldId="256"/>
            <ac:spMk id="10" creationId="{7073B894-E066-C34C-E1BE-087F249D7D9B}"/>
          </ac:spMkLst>
        </pc:spChg>
        <pc:spChg chg="add mod">
          <ac:chgData name="Olivier Aillery" userId="47a17e10-e073-432e-996d-75ebd20bd498" providerId="ADAL" clId="{9BC8EA7A-B910-4B92-8E4E-80B2EC870E16}" dt="2026-04-23T06:33:11.034" v="22" actId="14100"/>
          <ac:spMkLst>
            <pc:docMk/>
            <pc:sldMk cId="2779423324" sldId="256"/>
            <ac:spMk id="11" creationId="{CA3B4466-6C8E-EE87-70A4-04F5CF30E6D2}"/>
          </ac:spMkLst>
        </pc:spChg>
        <pc:spChg chg="add mod">
          <ac:chgData name="Olivier Aillery" userId="47a17e10-e073-432e-996d-75ebd20bd498" providerId="ADAL" clId="{9BC8EA7A-B910-4B92-8E4E-80B2EC870E16}" dt="2026-04-23T06:33:22.405" v="29" actId="1038"/>
          <ac:spMkLst>
            <pc:docMk/>
            <pc:sldMk cId="2779423324" sldId="256"/>
            <ac:spMk id="12" creationId="{6EC9C408-8D20-2D1C-699B-A7C711CBBEA1}"/>
          </ac:spMkLst>
        </pc:spChg>
        <pc:picChg chg="add del mod">
          <ac:chgData name="Olivier Aillery" userId="47a17e10-e073-432e-996d-75ebd20bd498" providerId="ADAL" clId="{9BC8EA7A-B910-4B92-8E4E-80B2EC870E16}" dt="2026-04-23T06:31:04.289" v="8" actId="478"/>
          <ac:picMkLst>
            <pc:docMk/>
            <pc:sldMk cId="2779423324" sldId="256"/>
            <ac:picMk id="3" creationId="{9E8135D4-78F5-5E98-C759-6764F8E03FA9}"/>
          </ac:picMkLst>
        </pc:picChg>
        <pc:picChg chg="add mod modCrop">
          <ac:chgData name="Olivier Aillery" userId="47a17e10-e073-432e-996d-75ebd20bd498" providerId="ADAL" clId="{9BC8EA7A-B910-4B92-8E4E-80B2EC870E16}" dt="2026-04-21T09:44:42.734" v="5" actId="732"/>
          <ac:picMkLst>
            <pc:docMk/>
            <pc:sldMk cId="2779423324" sldId="256"/>
            <ac:picMk id="5" creationId="{221FC35B-A61F-5CA5-7A7B-D94A04D82429}"/>
          </ac:picMkLst>
        </pc:picChg>
        <pc:picChg chg="add mod">
          <ac:chgData name="Olivier Aillery" userId="47a17e10-e073-432e-996d-75ebd20bd498" providerId="ADAL" clId="{9BC8EA7A-B910-4B92-8E4E-80B2EC870E16}" dt="2026-04-23T06:31:34.213" v="10" actId="1076"/>
          <ac:picMkLst>
            <pc:docMk/>
            <pc:sldMk cId="2779423324" sldId="256"/>
            <ac:picMk id="6" creationId="{0C98E1B4-DABD-CF25-C236-AEBC043C6BA5}"/>
          </ac:picMkLst>
        </pc:picChg>
        <pc:picChg chg="add mod">
          <ac:chgData name="Olivier Aillery" userId="47a17e10-e073-432e-996d-75ebd20bd498" providerId="ADAL" clId="{9BC8EA7A-B910-4B92-8E4E-80B2EC870E16}" dt="2026-04-23T06:31:41.109" v="12" actId="1076"/>
          <ac:picMkLst>
            <pc:docMk/>
            <pc:sldMk cId="2779423324" sldId="256"/>
            <ac:picMk id="8" creationId="{C4623799-0110-87B3-4B5B-9DA51E225111}"/>
          </ac:picMkLst>
        </pc:picChg>
      </pc:sldChg>
      <pc:sldChg chg="addSp delSp modSp new mod">
        <pc:chgData name="Olivier Aillery" userId="47a17e10-e073-432e-996d-75ebd20bd498" providerId="ADAL" clId="{9BC8EA7A-B910-4B92-8E4E-80B2EC870E16}" dt="2026-04-23T14:36:55.175" v="52" actId="1076"/>
        <pc:sldMkLst>
          <pc:docMk/>
          <pc:sldMk cId="352205092" sldId="257"/>
        </pc:sldMkLst>
        <pc:spChg chg="del">
          <ac:chgData name="Olivier Aillery" userId="47a17e10-e073-432e-996d-75ebd20bd498" providerId="ADAL" clId="{9BC8EA7A-B910-4B92-8E4E-80B2EC870E16}" dt="2026-04-23T06:44:32.518" v="32" actId="478"/>
          <ac:spMkLst>
            <pc:docMk/>
            <pc:sldMk cId="352205092" sldId="257"/>
            <ac:spMk id="2" creationId="{D61C7A03-5D70-955A-4C01-95B654609242}"/>
          </ac:spMkLst>
        </pc:spChg>
        <pc:spChg chg="del">
          <ac:chgData name="Olivier Aillery" userId="47a17e10-e073-432e-996d-75ebd20bd498" providerId="ADAL" clId="{9BC8EA7A-B910-4B92-8E4E-80B2EC870E16}" dt="2026-04-23T06:44:30.886" v="31" actId="478"/>
          <ac:spMkLst>
            <pc:docMk/>
            <pc:sldMk cId="352205092" sldId="257"/>
            <ac:spMk id="3" creationId="{F863CBF3-729A-1E54-70C9-FF66730D01EB}"/>
          </ac:spMkLst>
        </pc:spChg>
        <pc:spChg chg="add del">
          <ac:chgData name="Olivier Aillery" userId="47a17e10-e073-432e-996d-75ebd20bd498" providerId="ADAL" clId="{9BC8EA7A-B910-4B92-8E4E-80B2EC870E16}" dt="2026-04-23T14:23:16.137" v="42" actId="478"/>
          <ac:spMkLst>
            <pc:docMk/>
            <pc:sldMk cId="352205092" sldId="257"/>
            <ac:spMk id="11" creationId="{4684FD40-08C1-0EF6-A763-838A11E74B2F}"/>
          </ac:spMkLst>
        </pc:spChg>
        <pc:spChg chg="add mod">
          <ac:chgData name="Olivier Aillery" userId="47a17e10-e073-432e-996d-75ebd20bd498" providerId="ADAL" clId="{9BC8EA7A-B910-4B92-8E4E-80B2EC870E16}" dt="2026-04-23T14:24:03.293" v="49" actId="164"/>
          <ac:spMkLst>
            <pc:docMk/>
            <pc:sldMk cId="352205092" sldId="257"/>
            <ac:spMk id="12" creationId="{FA911E64-C349-482A-1298-731060E0A3E6}"/>
          </ac:spMkLst>
        </pc:spChg>
        <pc:spChg chg="add mod">
          <ac:chgData name="Olivier Aillery" userId="47a17e10-e073-432e-996d-75ebd20bd498" providerId="ADAL" clId="{9BC8EA7A-B910-4B92-8E4E-80B2EC870E16}" dt="2026-04-23T14:24:03.293" v="49" actId="164"/>
          <ac:spMkLst>
            <pc:docMk/>
            <pc:sldMk cId="352205092" sldId="257"/>
            <ac:spMk id="13" creationId="{F82B3A42-66B8-D1CB-0155-B935FEF05C37}"/>
          </ac:spMkLst>
        </pc:spChg>
        <pc:spChg chg="mod">
          <ac:chgData name="Olivier Aillery" userId="47a17e10-e073-432e-996d-75ebd20bd498" providerId="ADAL" clId="{9BC8EA7A-B910-4B92-8E4E-80B2EC870E16}" dt="2026-04-23T14:26:07.999" v="50"/>
          <ac:spMkLst>
            <pc:docMk/>
            <pc:sldMk cId="352205092" sldId="257"/>
            <ac:spMk id="17" creationId="{1EA522A0-AF87-7351-ECC5-F8EDDE43892F}"/>
          </ac:spMkLst>
        </pc:spChg>
        <pc:spChg chg="mod">
          <ac:chgData name="Olivier Aillery" userId="47a17e10-e073-432e-996d-75ebd20bd498" providerId="ADAL" clId="{9BC8EA7A-B910-4B92-8E4E-80B2EC870E16}" dt="2026-04-23T14:26:07.999" v="50"/>
          <ac:spMkLst>
            <pc:docMk/>
            <pc:sldMk cId="352205092" sldId="257"/>
            <ac:spMk id="18" creationId="{D24F211E-AB1E-2908-1907-EE6CBDFB90FD}"/>
          </ac:spMkLst>
        </pc:spChg>
        <pc:grpChg chg="add mod">
          <ac:chgData name="Olivier Aillery" userId="47a17e10-e073-432e-996d-75ebd20bd498" providerId="ADAL" clId="{9BC8EA7A-B910-4B92-8E4E-80B2EC870E16}" dt="2026-04-23T14:24:03.293" v="49" actId="164"/>
          <ac:grpSpMkLst>
            <pc:docMk/>
            <pc:sldMk cId="352205092" sldId="257"/>
            <ac:grpSpMk id="14" creationId="{5AAEF236-1788-828C-EDB6-0E292DF4363E}"/>
          </ac:grpSpMkLst>
        </pc:grpChg>
        <pc:grpChg chg="add mod">
          <ac:chgData name="Olivier Aillery" userId="47a17e10-e073-432e-996d-75ebd20bd498" providerId="ADAL" clId="{9BC8EA7A-B910-4B92-8E4E-80B2EC870E16}" dt="2026-04-23T14:26:07.999" v="50"/>
          <ac:grpSpMkLst>
            <pc:docMk/>
            <pc:sldMk cId="352205092" sldId="257"/>
            <ac:grpSpMk id="15" creationId="{6CBFA18D-869A-6911-CD4C-CF04047F279D}"/>
          </ac:grpSpMkLst>
        </pc:grpChg>
        <pc:picChg chg="add mod">
          <ac:chgData name="Olivier Aillery" userId="47a17e10-e073-432e-996d-75ebd20bd498" providerId="ADAL" clId="{9BC8EA7A-B910-4B92-8E4E-80B2EC870E16}" dt="2026-04-23T11:26:31.640" v="34" actId="1076"/>
          <ac:picMkLst>
            <pc:docMk/>
            <pc:sldMk cId="352205092" sldId="257"/>
            <ac:picMk id="5" creationId="{1DE9494B-B9B3-4E54-E265-87988B4DFD56}"/>
          </ac:picMkLst>
        </pc:picChg>
        <pc:picChg chg="add mod">
          <ac:chgData name="Olivier Aillery" userId="47a17e10-e073-432e-996d-75ebd20bd498" providerId="ADAL" clId="{9BC8EA7A-B910-4B92-8E4E-80B2EC870E16}" dt="2026-04-23T13:34:08.320" v="35" actId="931"/>
          <ac:picMkLst>
            <pc:docMk/>
            <pc:sldMk cId="352205092" sldId="257"/>
            <ac:picMk id="7" creationId="{0839AA3E-E03D-2560-5550-C9DF3598F075}"/>
          </ac:picMkLst>
        </pc:picChg>
        <pc:picChg chg="add mod modCrop">
          <ac:chgData name="Olivier Aillery" userId="47a17e10-e073-432e-996d-75ebd20bd498" providerId="ADAL" clId="{9BC8EA7A-B910-4B92-8E4E-80B2EC870E16}" dt="2026-04-23T14:15:43.827" v="38" actId="732"/>
          <ac:picMkLst>
            <pc:docMk/>
            <pc:sldMk cId="352205092" sldId="257"/>
            <ac:picMk id="8" creationId="{6D31A79D-6FDE-8BBF-3030-ECC0204A2AE5}"/>
          </ac:picMkLst>
        </pc:picChg>
        <pc:picChg chg="add mod">
          <ac:chgData name="Olivier Aillery" userId="47a17e10-e073-432e-996d-75ebd20bd498" providerId="ADAL" clId="{9BC8EA7A-B910-4B92-8E4E-80B2EC870E16}" dt="2026-04-23T14:24:03.293" v="49" actId="164"/>
          <ac:picMkLst>
            <pc:docMk/>
            <pc:sldMk cId="352205092" sldId="257"/>
            <ac:picMk id="10" creationId="{DD3B213E-6233-1D5A-1FF3-192CB1D7D214}"/>
          </ac:picMkLst>
        </pc:picChg>
        <pc:picChg chg="mod">
          <ac:chgData name="Olivier Aillery" userId="47a17e10-e073-432e-996d-75ebd20bd498" providerId="ADAL" clId="{9BC8EA7A-B910-4B92-8E4E-80B2EC870E16}" dt="2026-04-23T14:26:07.999" v="50"/>
          <ac:picMkLst>
            <pc:docMk/>
            <pc:sldMk cId="352205092" sldId="257"/>
            <ac:picMk id="16" creationId="{7A469983-8399-225B-CFD2-E1D286FC90B7}"/>
          </ac:picMkLst>
        </pc:picChg>
        <pc:picChg chg="add mod">
          <ac:chgData name="Olivier Aillery" userId="47a17e10-e073-432e-996d-75ebd20bd498" providerId="ADAL" clId="{9BC8EA7A-B910-4B92-8E4E-80B2EC870E16}" dt="2026-04-23T14:36:55.175" v="52" actId="1076"/>
          <ac:picMkLst>
            <pc:docMk/>
            <pc:sldMk cId="352205092" sldId="257"/>
            <ac:picMk id="20" creationId="{6DD06F6D-1959-A140-3A5D-CB4651DFB9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14DB3-8797-0035-2F8F-C5AC9B9D8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149840-09E0-504D-0F15-488BB12A1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E7D93A-7DEE-2295-74B2-1AACEBEB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8EF00D-AE6D-4B46-AAD5-F35B664D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C236E6-7300-D427-CE29-17A5C388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83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B019C6-5A43-8C52-0C91-A9C6678F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DE19AF-C7CD-C419-180C-BD24F3341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7B3A39-1E77-DE22-97E5-9AF50E5F5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F84187-6466-4815-70F2-7E46DADA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8A4D8D-A2DB-F1D4-8966-054C26DF5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067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5842D1-A9CC-6E23-27C4-0C70CB5D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90F396-1AC1-D3E2-552D-D71FF55D3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6E2EC6-61DC-CDA5-A373-490D8B69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BBB99D-093C-C683-69EC-B2AD2F0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D07D15-5101-4B4A-7351-4A0A631F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048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23F1D-0BB7-4019-50AC-B2F40958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70B8EE-310B-AB91-99C3-54510301F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D6C5C5-6009-BB23-8C51-90B48E9F1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9AFB121-FCA3-B74C-3690-76897C88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8615E8-0F0E-4DF5-B81D-3A056492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AFA899-AEE1-040F-86DB-79BBFD2E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92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792BA4-6C88-7DC3-9D27-9A02D85A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16EC38-3322-352C-EE08-80701810E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110C8A-35E9-C10A-9538-FCCD6752A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6D77FB3-D258-8336-9EFF-8AF1A786F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D3AADBD-EF62-6DBC-48EC-F6CD61771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93704AA-9E39-A4A1-7B82-94AC69D4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FE8AE7-314C-67DD-814F-C04B5F31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BA868EB-708F-D23E-AAA0-63AB757C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99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8A6BE9-EECC-DBBC-C34D-9055AFE49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8B5C038-9107-B8C9-579D-405834C5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8801EF-CCF2-3777-1F4E-F00B2B9B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949A53-7E89-E7B9-E7C8-CD82FA00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45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8E5E6B7-8318-C9DE-9ECE-A98D3C99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03627D4-AF5B-5448-14C4-95EDFB58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097864-438F-CE0C-E08A-2842FDFE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0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3B5B16-D483-9200-F57D-2F2300DA5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4BFA91-8CB5-171A-881D-55E15D50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236C51-0C6E-28CB-365A-A8E5300FA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1F4696-4BD7-C673-D6CD-E2D1E7B8E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BCA88D-46A9-E44F-FA51-0867148A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2EDF6B-0212-F9FA-4C2B-3F664ABE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06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2D380-2ECD-A455-728F-F051ECA03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8CB2F0F-68AA-F0B8-3467-C473F7A96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104DCF-BE7E-8B32-0FBF-E22EF87C9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3A0F57-11C3-E248-E60B-947E35C4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B67533-6025-BD93-998C-8F7A891D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996EE5-F297-977F-7213-BD040E56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35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906232-7030-E171-F3F3-9C741C1D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A05D3C-3816-B72C-45D9-E27D24E74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9677A1-D98B-F1FB-A803-5D066EDC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CCA7B9-CC79-D861-D538-D10A7DDD5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F3C396-12F6-9DDD-EE9B-ACB91BDB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0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BC1FEC-CDC4-C5FB-9CE3-220874EFC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A0895C-B413-6A04-949E-596F606F0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EA1E4B-181A-5CA8-75EF-C91DDC43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34FE2B-5817-4A48-A62F-0D174DF80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521057-11F4-0E72-5CBC-76C91FAB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91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3378307-C286-5447-C9B9-21C1AE8F2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9755C8-ACBB-2A46-A44F-07A157EFA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6AC637-FE7B-F11A-88C1-E55D8200A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63B94-301D-4EBE-8DDE-D19B64923BA9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018024-E7B1-91CD-7F03-4B2278071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28BC0B-EEF3-0F53-3FAE-34D4B6E69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8693C-F48C-464A-A0DA-415EB5CD2B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00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tmp"/><Relationship Id="rId4" Type="http://schemas.openxmlformats.org/officeDocument/2006/relationships/image" Target="../media/image6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21FC35B-A61F-5CA5-7A7B-D94A04D82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1"/>
          <a:stretch>
            <a:fillRect/>
          </a:stretch>
        </p:blipFill>
        <p:spPr>
          <a:xfrm>
            <a:off x="256360" y="434117"/>
            <a:ext cx="5839640" cy="44694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C98E1B4-DABD-CF25-C236-AEBC043C6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60" y="1065865"/>
            <a:ext cx="9745435" cy="247684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4623799-0110-87B3-4B5B-9DA51E225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60" y="3542711"/>
            <a:ext cx="9745435" cy="2429214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A432DF5-1BA3-A444-35EE-5652838C3F41}"/>
              </a:ext>
            </a:extLst>
          </p:cNvPr>
          <p:cNvSpPr/>
          <p:nvPr/>
        </p:nvSpPr>
        <p:spPr>
          <a:xfrm>
            <a:off x="2185416" y="2569464"/>
            <a:ext cx="4462272" cy="24688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073B894-E066-C34C-E1BE-087F249D7D9B}"/>
              </a:ext>
            </a:extLst>
          </p:cNvPr>
          <p:cNvSpPr/>
          <p:nvPr/>
        </p:nvSpPr>
        <p:spPr>
          <a:xfrm>
            <a:off x="2185416" y="4525670"/>
            <a:ext cx="4462272" cy="24688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A3B4466-6C8E-EE87-70A4-04F5CF30E6D2}"/>
              </a:ext>
            </a:extLst>
          </p:cNvPr>
          <p:cNvSpPr/>
          <p:nvPr/>
        </p:nvSpPr>
        <p:spPr>
          <a:xfrm>
            <a:off x="7653528" y="2219900"/>
            <a:ext cx="2348267" cy="24688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EC9C408-8D20-2D1C-699B-A7C711CBBEA1}"/>
              </a:ext>
            </a:extLst>
          </p:cNvPr>
          <p:cNvSpPr/>
          <p:nvPr/>
        </p:nvSpPr>
        <p:spPr>
          <a:xfrm>
            <a:off x="7662672" y="3920652"/>
            <a:ext cx="2348267" cy="24688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9423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DE9494B-B9B3-4E54-E265-87988B4DF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86" y="341323"/>
            <a:ext cx="7459116" cy="76210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839AA3E-E03D-2560-5550-C9DF3598F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787" y="2919341"/>
            <a:ext cx="3772426" cy="101931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D31A79D-6FDE-8BBF-3030-ECC0204A2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322"/>
          <a:stretch>
            <a:fillRect/>
          </a:stretch>
        </p:blipFill>
        <p:spPr>
          <a:xfrm>
            <a:off x="1682995" y="4543925"/>
            <a:ext cx="1572269" cy="1019317"/>
          </a:xfrm>
          <a:prstGeom prst="rect">
            <a:avLst/>
          </a:prstGeom>
        </p:spPr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5AAEF236-1788-828C-EDB6-0E292DF4363E}"/>
              </a:ext>
            </a:extLst>
          </p:cNvPr>
          <p:cNvGrpSpPr/>
          <p:nvPr/>
        </p:nvGrpSpPr>
        <p:grpSpPr>
          <a:xfrm>
            <a:off x="4138155" y="4482003"/>
            <a:ext cx="2953162" cy="1143160"/>
            <a:chOff x="4138155" y="4482003"/>
            <a:chExt cx="2953162" cy="1143160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DD3B213E-6233-1D5A-1FF3-192CB1D7D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8155" y="4482003"/>
              <a:ext cx="2953162" cy="1143160"/>
            </a:xfrm>
            <a:prstGeom prst="rect">
              <a:avLst/>
            </a:prstGeom>
          </p:spPr>
        </p:pic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FA911E64-C349-482A-1298-731060E0A3E6}"/>
                </a:ext>
              </a:extLst>
            </p:cNvPr>
            <p:cNvSpPr/>
            <p:nvPr/>
          </p:nvSpPr>
          <p:spPr>
            <a:xfrm>
              <a:off x="4921867" y="5316354"/>
              <a:ext cx="2037734" cy="192271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F82B3A42-66B8-D1CB-0155-B935FEF05C37}"/>
                </a:ext>
              </a:extLst>
            </p:cNvPr>
            <p:cNvSpPr/>
            <p:nvPr/>
          </p:nvSpPr>
          <p:spPr>
            <a:xfrm>
              <a:off x="4639291" y="4580738"/>
              <a:ext cx="2320309" cy="192271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0" name="Image 19">
            <a:extLst>
              <a:ext uri="{FF2B5EF4-FFF2-40B4-BE49-F238E27FC236}">
                <a16:creationId xmlns:a16="http://schemas.microsoft.com/office/drawing/2014/main" id="{6DD06F6D-1959-A140-3A5D-CB4651DFB9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494" y="2186158"/>
            <a:ext cx="2876951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50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Aillery</dc:creator>
  <cp:lastModifiedBy>Olivier Aillery</cp:lastModifiedBy>
  <cp:revision>1</cp:revision>
  <dcterms:created xsi:type="dcterms:W3CDTF">2026-04-21T09:43:29Z</dcterms:created>
  <dcterms:modified xsi:type="dcterms:W3CDTF">2026-04-23T14:37:03Z</dcterms:modified>
</cp:coreProperties>
</file>